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C5D8F"/>
                </a:solidFill>
                <a:latin typeface="Calibri"/>
              </a:defRPr>
            </a:pPr>
            <a:r>
              <a:t>ACA 1 — IA para la Transformación Digital en Sectores Productivos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34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0">
                <a:solidFill>
                  <a:srgbClr val="404040"/>
                </a:solidFill>
                <a:latin typeface="Calibri"/>
              </a:defRPr>
            </a:pPr>
            <a:r>
              <a:t>Ecosistema de IA empresarial: Apollo Services para Bienestar Integral S.A.S.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Jonathan Adonay Rubio Jimenez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Jhoan Jesus Cardozo Gelvis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Daniel Silva Quintero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Yeimis Urzola Torres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Ivan Dario Zarate Rincon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404040"/>
                </a:solidFill>
                <a:latin typeface="Calibri"/>
              </a:defRPr>
            </a:pPr>
            <a:r>
              <a:t>Grupo 3 (G3) · Especialización en Inteligencia Artificial · CUN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5D8F"/>
                </a:solidFill>
                <a:latin typeface="Calibri"/>
              </a:defRPr>
            </a:pPr>
            <a:r>
              <a:t>1. Problema organizacional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Bienestar Integral S.A.S. — pyme de salud estética (Bogotá y Medellín).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Equipo comercial de 3 personas atiende WhatsApp, Instagram y Facebook por separado.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Sin punto único de gestión de conversaciones.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Contactos sin respuesta a tiempo; sin trazabilidad Seguidor vs. Prospecto.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Citas acordadas de palabra que nunca quedan confirmadas en agenda compartida.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Es un problema de negocio — fuga de oportunidades de venta — no técnico.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Jhoan Jesus Cardozo Gelvis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5D8F"/>
                </a:solidFill>
                <a:latin typeface="Calibri"/>
              </a:defRPr>
            </a:pPr>
            <a:r>
              <a:t>2. Sector económico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Sector servicios — salud estética (odontología estética, dermatología, nutrición).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Modelo comercial B2C intensivo en redes sociales.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Canal principal de captación: conversacional y digital, no sala de ventas física.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Perfil representativo del segmento objetivo de Apollo Services: equipos comerciales pequeños (2-5 personas) sin capacidad propia de construir 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Jhoan Jesus Cardozo Gelvis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5D8F"/>
                </a:solidFill>
                <a:latin typeface="Calibri"/>
              </a:defRPr>
            </a:pPr>
            <a:r>
              <a:t>3. Solución basada en inteligencia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Apollo Services — CRM comercial multicanal con agentes de IA.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Paquete mínimo para este cliente: M1 + M2 + M6 (de 6 módulos independientes).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M1 — Bandeja unificada: centraliza WhatsApp, Instagram y Facebook en un tablero.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M2 — Clasifica Seguidor/Prospecto y recolecta la encuesta (tratamiento, sede, disponibilidad).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M6 — Agenda la cita, confirma con la Líder, usa Google Calendar y da seguimiento post-cita.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No requiere desarrollo nuevo: los 3 módulos ya existen como flujos de n8n reutilizables.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Jonathan Adonay Rubio Jimenez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D8F"/>
                </a:solidFill>
                <a:latin typeface="Calibri"/>
              </a:defRPr>
            </a:pPr>
            <a:r>
              <a:t>4. Arquitectura del ecosistema de IA</a:t>
            </a:r>
          </a:p>
        </p:txBody>
      </p:sp>
      <p:pic>
        <p:nvPicPr>
          <p:cNvPr id="3" name="Picture 2" descr="figura1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914400"/>
            <a:ext cx="7783033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Jonathan Adonay Rubio Jimenez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5D8F"/>
                </a:solidFill>
                <a:latin typeface="Calibri"/>
              </a:defRPr>
            </a:pPr>
            <a:r>
              <a:t>5. Tecnologías involucradas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 Canal: WhatsApp Business, Instagram, Facebook (Meta Cloud/Graph API vía 360dialog).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 Motor de automatización: n8n (self-hosted) — orquesta M2 y M6.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 IA conversacional: Claude (único motor, tono consistente en todos los canales).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 Normalización de medios: Gemini Flash (audio/imagen → texto plano).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 Base de datos compartida: Supabase (Postgres + Realtime + Auth + Storage).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 Calendario: Google Calendar API (OAuth2) + Meet. Interfaz: App Next.js (M1).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•  Infraestructura: Docker Compose + Caddy, un stack dedicado por cliente.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Daniel Silva Quintero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5D8F"/>
                </a:solidFill>
                <a:latin typeface="Calibri"/>
              </a:defRPr>
            </a:pPr>
            <a:r>
              <a:t>6. Riesgos identificados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Dependencia tecnológica de Meta — WhatsApp ya no es 100% gratuito desde oct-2026.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Saturación del sistema en picos de concurrencia (ej. campañas de descuento).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Errores de la IA (alucinaciones, falsos positivos) — mitigado con confirmación humana.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Privacidad de datos de salud — prioridad: Política de Tratamiento de Datos Personales.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Latencia al normalizar audio/imagen. Manejo manual de secretos (.env por cliente).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Yeimis Urzola Torres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5D8F"/>
                </a:solidFill>
                <a:latin typeface="Calibri"/>
              </a:defRPr>
            </a:pPr>
            <a:r>
              <a:t>7. Impacto organizacional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Positivo: visibilidad en tiempo real, reasignación de casos, menos fuga de prospectos.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Positivo: agendamiento ya no depende de confirmación manual en calendario compartido.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A vigilar: el equipo pasa de responder todo a supervisar — riesgo de resistencia inicial.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A vigilar: nueva dependencia tecnológica (Meta, Claude, Google Calendar).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Ivan Dario Zarate Rincon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5D8F"/>
                </a:solidFill>
                <a:latin typeface="Calibri"/>
              </a:defRPr>
            </a:pPr>
            <a:r>
              <a:t>8. Costos generales estimados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Tokens de IA: costo marginal al volumen estimado (~100 casos/mes).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WhatsApp Business: tarifa por conversación tras superar el umbral gratuito mensual.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Infraestructura cloud: un VPS por cliente, costo fijo mensual bajo.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Almacenamiento: incluido en Supabase, crece solo con muchos adjuntos.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Calendario: Google Calendar API sin costo adicional.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Ivan Dario Zarate Rincon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5D8F"/>
                </a:solidFill>
                <a:latin typeface="Calibri"/>
              </a:defRPr>
            </a:pPr>
            <a:r>
              <a:t>9. Supervisión humana (Human in the Loop)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Funciones acotadas y auditables por agente — sin escritura libre en la base de datos.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La Líder comercial revisa y reasigna conversaciones antes del agendamiento definitivo.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Cada cita propuesta por M6 se confirma manualmente antes de quedar en firme.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El resumen_cierre tras cada reunión lo valida el equipo comercial, no se asume como verdad.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Ivan Dario Zarate Rincon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5D8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El ecosistema no reemplaza al equipo comercial: automatiza lo repetitivo.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Libera al equipo para la relación con el paciente y la decisión final de cada caso.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Arquitectura modular: se puede escalar a más módulos (M3, M4, M5) sin rediseñar nada.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Calibri"/>
              </a:defRPr>
            </a:pPr>
            <a:r>
              <a:t>•  ¡Gracias por su atención!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2C5D8F"/>
                </a:solidFill>
                <a:latin typeface="Calibri"/>
              </a:defRPr>
            </a:pPr>
            <a:r>
              <a:t>Presenta: Ivan Dario Zarate Rincon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